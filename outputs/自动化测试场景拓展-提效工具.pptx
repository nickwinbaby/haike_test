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7fe43ecf1416a" /><Relationship Type="http://schemas.openxmlformats.org/officeDocument/2006/relationships/extended-properties" Target="/docProps/app.xml" Id="R4feb2c9fdcef492f" /><Relationship Type="http://schemas.openxmlformats.org/officeDocument/2006/relationships/officeDocument" Target="/ppt/presentation.xml" Id="Rbb0e545a492747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d2fceaa06445ac"/>
  </p:sldMasterIdLst>
  <p:notesMasterIdLst>
    <p:notesMasterId xmlns:r="http://schemas.openxmlformats.org/officeDocument/2006/relationships" r:id="R607c788fb0af44db"/>
  </p:notesMasterIdLst>
  <p:sldIdLst>
    <p:sldId xmlns:r="http://schemas.openxmlformats.org/officeDocument/2006/relationships" id="256" r:id="Rdabcd022970342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a00faea114a2a" /><Relationship Type="http://schemas.openxmlformats.org/officeDocument/2006/relationships/slideMaster" Target="/ppt/slideMasters/slideMaster1.xml" Id="Rd3d2fceaa06445ac" /><Relationship Type="http://schemas.openxmlformats.org/officeDocument/2006/relationships/notesMaster" Target="/ppt/notesMasters/notesMaster1.xml" Id="R607c788fb0af44db" /><Relationship Type="http://schemas.openxmlformats.org/officeDocument/2006/relationships/presProps" Target="/ppt/presProps.xml" Id="R3afeb8f4535448b8" /><Relationship Type="http://schemas.openxmlformats.org/officeDocument/2006/relationships/tableStyles" Target="/ppt/tableStyles.xml" Id="R417ad8f619b7423d" /><Relationship Type="http://schemas.openxmlformats.org/officeDocument/2006/relationships/slide" Target="/ppt/slides/slide1.xml" Id="Rdabcd0229703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0f14e95e68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70dc59ca6f4a86" /><Relationship Type="http://schemas.openxmlformats.org/officeDocument/2006/relationships/notesMaster" Target="/ppt/notesMasters/notesMaster1.xml" Id="Rcaa4f1ca94604f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27ec4f8c4407b" /><Relationship Type="http://schemas.openxmlformats.org/officeDocument/2006/relationships/image" Target="/ppt/media/image.png" Id="Rd2a199787cfd4ae9" /><Relationship Type="http://schemas.openxmlformats.org/officeDocument/2006/relationships/image" Target="/ppt/media/image2.png" Id="R80d64ef349db48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596ef45d74da4" /><Relationship Type="http://schemas.openxmlformats.org/officeDocument/2006/relationships/image" Target="/ppt/media/image.png" Id="R3ba08dcb1efb4f4e" /><Relationship Type="http://schemas.openxmlformats.org/officeDocument/2006/relationships/image" Target="/ppt/media/image2.png" Id="Rcec2bb2f2e8f43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cd308139444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50d4472a143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4471c5eab4e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46ddf31a44d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b778fce7541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c8d0d33b545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1d903298549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2d2a63f384f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218cd72554a6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9d8200f7c445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a199787cfd4ae9"/>
          <a:srcRect xmlns:a="http://schemas.openxmlformats.org/drawingml/2006/main" l="0" t="-1085" r="48753" b="28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2333" y="1988457"/>
            <a:ext cx="3519667" cy="4869543"/>
          </a:xfrm>
          <a:prstGeom xmlns:a="http://schemas.openxmlformats.org/drawingml/2006/main" prst="rect">
            <a:avLst/>
          </a:prstGeom>
        </p:spPr>
      </p:pic>
      <p:sp>
        <p:nvSpPr>
          <p:cNvPr id="12" name="TextBox 16">
            <a:extLst xmlns:a="http://schemas.openxmlformats.org/drawingml/2006/main">
              <a:ext uri="{FF2B5EF4-FFF2-40B4-BE49-F238E27FC236}">
                <a16:creationId xmlns:a16="http://schemas.microsoft.com/office/drawing/2014/main" id="{515AC59B-C99C-4E17-9869-B14442E9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512"/>
            <a:ext cx="12192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Arial"/>
                <a:ea typeface="Arial"/>
                <a:cs typeface="Arial"/>
              </a:rPr>
              <a:t>&lt;2026 Gosuncn. All Rights Reserved. Distribution Prohibited Without Permission from Gosuncn Richlink.&gt;</a:t>
            </a:r>
          </a:p>
          <a:p xmlns:a="http://schemas.openxmlformats.org/drawingml/2006/main">
            <a:pPr algn="ctr">
              <a:buNone/>
            </a:pPr>
            <a:r>
              <a:rPr sz="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&gt; 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319260B-559D-46C3-BF45-03EB6E4B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330" y="6503035"/>
            <a:ext cx="3254375" cy="3549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2400" b="0" i="0">
                <a:solidFill>
                  <a:srgbClr val="008FD4"/>
                </a:solidFill>
              </a:defRPr>
            </a:lvl1pPr>
          </a:lstStyle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>
                <a:solidFill>
                  <a:srgbClr val="FF0000"/>
                </a:solidFill>
                <a:latin typeface="Arial"/>
                <a:ea typeface="Arial"/>
                <a:cs typeface="Arial"/>
              </a:rPr>
              <a:t>Interior Disclosure</a:t>
            </a:r>
            <a:r>
              <a:rPr sz="1000">
                <a:solidFill>
                  <a:srgbClr val="404040"/>
                </a:solidFill>
                <a:latin typeface="Arial"/>
                <a:ea typeface="Arial"/>
                <a:cs typeface="Arial"/>
              </a:rPr>
              <a:t>▲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0496F3C-1C63-4D92-AC3E-C67639D6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825500" cy="40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6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759ADE2-9C3C-48E1-B582-CD975F8E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76" y="7200900"/>
            <a:ext cx="520224" cy="40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C0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F4E523D-8D25-41A4-9B53-9FEC2754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66" y="7200900"/>
            <a:ext cx="520224" cy="40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65D0E22-999C-41E7-8BA1-4DFD974A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40" y="7200900"/>
            <a:ext cx="520065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R: 0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G: 128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B: 255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B170B61-3F2F-4491-B107-98519DB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235" y="7200900"/>
            <a:ext cx="520065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R: 30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G: 192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B: 255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465AB1B4-93EF-4A24-9C36-9D536A0A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93280"/>
            <a:ext cx="520065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R: 3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G: 166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B: 255</a:t>
            </a:r>
          </a:p>
        </p:txBody>
      </p:sp>
      <p:pic>
        <p:nvPicPr>
          <p:cNvPr id="2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64ef349db4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1695" y="75565"/>
            <a:ext cx="1068070" cy="2889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8942D-AD21-4517-AE26-A41D0DB39F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87170"/>
            <a:ext cx="10841990" cy="43516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EA20197-69AB-4DA3-9DF6-6595AF6F86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35E8B9-EF12-4503-8169-DE17925F1A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A34CF2F-391E-4EA7-8A43-4E5FCFFB0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" name="图片 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a08dcb1efb4f4e"/>
          <a:srcRect xmlns:a="http://schemas.openxmlformats.org/drawingml/2006/main" l="0" t="-1085" r="48753" b="28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2333" y="1988457"/>
            <a:ext cx="3519667" cy="4869543"/>
          </a:xfrm>
          <a:prstGeom xmlns:a="http://schemas.openxmlformats.org/drawingml/2006/main" prst="rect">
            <a:avLst/>
          </a:prstGeom>
        </p:spPr>
      </p:pic>
      <p:sp>
        <p:nvSpPr>
          <p:cNvPr id="12" name="TextBox 16">
            <a:extLst xmlns:a="http://schemas.openxmlformats.org/drawingml/2006/main">
              <a:ext uri="{FF2B5EF4-FFF2-40B4-BE49-F238E27FC236}">
                <a16:creationId xmlns:a16="http://schemas.microsoft.com/office/drawing/2014/main" id="{DB49E654-6794-4630-B180-1DE6B15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512"/>
            <a:ext cx="12192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atin typeface="Arial"/>
                <a:ea typeface="Arial"/>
                <a:cs typeface="Arial"/>
              </a:rPr>
              <a:t>&lt;2026 Gosuncn. All Rights Reserved. Distribution Prohibited Without Permission from Gosuncn Richlink.&gt;</a:t>
            </a:r>
          </a:p>
          <a:p xmlns:a="http://schemas.openxmlformats.org/drawingml/2006/main">
            <a:pPr algn="ctr">
              <a:buNone/>
            </a:pPr>
            <a:r>
              <a:rPr sz="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&gt; 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9D4B61A-F40D-4CDE-864E-0739030F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330" y="6503035"/>
            <a:ext cx="3254375" cy="3549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2400" b="0" i="0">
                <a:solidFill>
                  <a:srgbClr val="008FD4"/>
                </a:solidFill>
              </a:defRPr>
            </a:lvl1pPr>
          </a:lstStyle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>
                <a:solidFill>
                  <a:srgbClr val="FF0000"/>
                </a:solidFill>
                <a:latin typeface="Arial"/>
                <a:ea typeface="Arial"/>
                <a:cs typeface="Arial"/>
              </a:rPr>
              <a:t>Interior Disclosure</a:t>
            </a:r>
            <a:r>
              <a:rPr sz="1000">
                <a:solidFill>
                  <a:srgbClr val="404040"/>
                </a:solidFill>
                <a:latin typeface="Arial"/>
                <a:ea typeface="Arial"/>
                <a:cs typeface="Arial"/>
              </a:rPr>
              <a:t>▲</a:t>
            </a:r>
          </a:p>
        </p:txBody>
      </p:sp>
      <p:sp>
        <p:nvSpPr>
          <p:cNvPr id="9" name="菱形 8">
            <a:extLst xmlns:a="http://schemas.openxmlformats.org/drawingml/2006/main">
              <a:ext uri="{FF2B5EF4-FFF2-40B4-BE49-F238E27FC236}">
                <a16:creationId xmlns:a16="http://schemas.microsoft.com/office/drawing/2014/main" id="{697E2722-AB71-41B4-A73A-9FF8CACB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963" y="427134"/>
            <a:ext cx="425590" cy="4255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3A6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菱形 9">
            <a:extLst xmlns:a="http://schemas.openxmlformats.org/drawingml/2006/main">
              <a:ext uri="{FF2B5EF4-FFF2-40B4-BE49-F238E27FC236}">
                <a16:creationId xmlns:a16="http://schemas.microsoft.com/office/drawing/2014/main" id="{42326358-FD3B-45A7-AE3A-2E4BB3D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350158" y="270329"/>
            <a:ext cx="739200" cy="739200"/>
          </a:xfrm>
          <a:prstGeom xmlns:a="http://schemas.openxmlformats.org/drawingml/2006/main" prst="diamon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C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CC3A75BF-B8D4-45A6-A8C2-7720F39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83" y="5600700"/>
            <a:ext cx="1049655" cy="1256665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21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D2596127-56C5-4759-A994-460BEAAD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914" y="3732490"/>
            <a:ext cx="1792605" cy="2106295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21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标题 13">
            <a:extLst xmlns:a="http://schemas.openxmlformats.org/drawingml/2006/main">
              <a:ext uri="{FF2B5EF4-FFF2-40B4-BE49-F238E27FC236}">
                <a16:creationId xmlns:a16="http://schemas.microsoft.com/office/drawing/2014/main" id="{293E1C14-C267-4838-B247-283B63852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63955" y="320040"/>
            <a:ext cx="10515600" cy="6445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rgbClr val="03A6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1EA48C7-C8EA-42A7-AD2D-B371BD51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825500" cy="40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6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5B04C2-DC7D-4081-924E-D851EDBE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76" y="7200900"/>
            <a:ext cx="520224" cy="40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C0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2157F5E-89EB-46DF-A77E-F3408D3C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66" y="7200900"/>
            <a:ext cx="520224" cy="40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6D9481A-77AB-4FC6-9B1E-C4A59ADA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40" y="7200900"/>
            <a:ext cx="520065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R: 0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G: 128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B: 255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6B4A7C3-57D0-4F8C-BA50-0365370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235" y="7200900"/>
            <a:ext cx="520065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R: 30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G: 192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B: 255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14940C85-5C76-4B35-A3FA-779C02D6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93280"/>
            <a:ext cx="520065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R: 3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G: 166</a:t>
            </a:r>
          </a:p>
          <a:p xmlns:a="http://schemas.openxmlformats.org/drawingml/2006/main"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B: 255</a:t>
            </a:r>
          </a:p>
        </p:txBody>
      </p:sp>
      <p:pic>
        <p:nvPicPr>
          <p:cNvPr id="31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2bb2f2e8f4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1695" y="75565"/>
            <a:ext cx="1068070" cy="2889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C35777E-2AE9-4378-87C1-B27A69920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6742D-5826-45ED-B622-C31C7AD955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B568550-55B9-4067-8A64-DF850DF595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2D499F-B976-4546-BD42-4B618CB1E6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D5BD32A-4FE0-43DC-A186-5C6B9523B6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F2569D-7CD4-4A10-A401-4F952E1C1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7AA0980-9FF6-4886-9D52-FAC7E86832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93B1706-AE88-40E6-8753-7E49830CCE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6F0C411-D6A3-419E-8DA8-5DB84B4ACB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F4969D5-E810-45E8-8376-924499A25A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6AEF669-DC5D-4623-BAD5-3FA5769F55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92E646-F5AB-4485-8830-D4275C6CD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0FD22A-E099-4CEB-A171-8591CA962C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8B11A7-E095-4762-8BB6-3739F9797C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244B35E-D434-45A1-B63B-C30C7AE783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1EEF05A-B470-4792-BE6D-F88892B0745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394DC93-507D-4533-8C10-9CEE6F8282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D9166DA-B2D9-4B7D-BE45-A6C9E0CDD8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0F42C49-99EF-4D75-B4BE-30993B8EC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0C9BEA6-C945-4AC0-A2AC-4F97AC50B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FECA045-2742-4865-B832-876230FDD4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65F77E-1A9A-40CC-B568-5F3577A66B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1BD413C-84B2-40B8-9E2D-F2FBEFCC0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BC157EF-7C8C-42DE-AF75-F62069AF7D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64E611F-DDF4-4E4D-A96E-4FD4824314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A9E0E6C-9B92-45F3-82F1-57986B141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E057FE0-4EEC-4B8E-BB5D-C0852A6E1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2EEA278-4BED-433D-BCC4-A2384454FC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3279FA7-567C-4FF3-ACCF-029DE64311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6E2CE2F-8498-4452-A6C7-C3A6EA00B8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8C05DEB-1C2B-43A1-B5BD-5B4156B485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B0107C2-3113-4E58-9C46-B309CF886D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3EB81C-DE88-4C9A-ACBD-AFF5AA398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167E5CA-DE62-44C4-BA8D-8045935F23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D4A184A-98EF-4E42-927F-1C0BD5191C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255BEE7-6ED5-4A16-987E-A6D7DEAA56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EBE1684-9812-4ED4-89C1-ED33439361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B9DBB66-C4B0-4E66-A7C4-4AB8617A63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D95F35-A310-47C6-ACBF-33F1EF512B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2FC3BB5-676B-47B2-9025-1DAE51D32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15EB58E-7722-49D7-80E9-D93340E1A9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315146-1A20-4C1A-90EA-BB934EB1F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AE081AE-E82F-475A-82A9-DFE63F889B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B7B1E51-6D8C-4299-B1D3-9326AB559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673506E-366B-4A09-805F-0AD6BA402F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8CA9CF-6105-45C0-A2B5-1EEDCFB72B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03E935-6D17-44E4-88CA-9B7A11F11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185F07-252D-4B89-971D-1FF1885123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ed65190964821" /><Relationship Type="http://schemas.openxmlformats.org/officeDocument/2006/relationships/slideLayout" Target="/ppt/slideLayouts/slideLayout1.xml" Id="Rb6641dfd931a457e" /><Relationship Type="http://schemas.openxmlformats.org/officeDocument/2006/relationships/slideLayout" Target="/ppt/slideLayouts/slideLayout2.xml" Id="Rd64b7e4091944727" /><Relationship Type="http://schemas.openxmlformats.org/officeDocument/2006/relationships/slideLayout" Target="/ppt/slideLayouts/slideLayout3.xml" Id="R30161ea747844a23" /><Relationship Type="http://schemas.openxmlformats.org/officeDocument/2006/relationships/slideLayout" Target="/ppt/slideLayouts/slideLayout4.xml" Id="Re4e1ad720e2f4134" /><Relationship Type="http://schemas.openxmlformats.org/officeDocument/2006/relationships/slideLayout" Target="/ppt/slideLayouts/slideLayout5.xml" Id="R32c350c5df8f4350" /><Relationship Type="http://schemas.openxmlformats.org/officeDocument/2006/relationships/slideLayout" Target="/ppt/slideLayouts/slideLayout6.xml" Id="R4c312fe69714484f" /><Relationship Type="http://schemas.openxmlformats.org/officeDocument/2006/relationships/slideLayout" Target="/ppt/slideLayouts/slideLayout7.xml" Id="Rf36e2f4aca9f435f" /><Relationship Type="http://schemas.openxmlformats.org/officeDocument/2006/relationships/slideLayout" Target="/ppt/slideLayouts/slideLayout8.xml" Id="R1acd7cce4ff24602" /><Relationship Type="http://schemas.openxmlformats.org/officeDocument/2006/relationships/slideLayout" Target="/ppt/slideLayouts/slideLayout9.xml" Id="R971a441cde894efb" /><Relationship Type="http://schemas.openxmlformats.org/officeDocument/2006/relationships/slideLayout" Target="/ppt/slideLayouts/slideLayout10.xml" Id="R25667c1be2f84b27" /><Relationship Type="http://schemas.openxmlformats.org/officeDocument/2006/relationships/slideLayout" Target="/ppt/slideLayouts/slideLayout11.xml" Id="R694c4ac92f0a4d4a" /><Relationship Type="http://schemas.openxmlformats.org/officeDocument/2006/relationships/slideLayout" Target="/ppt/slideLayouts/slideLayout12.xml" Id="Re1ce24739d984563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E6E6E5"/>
            </a:gs>
            <a:gs pos="100000">
              <a:schemeClr val="bg1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D5F3507-EFD5-416B-9F01-247F4FA907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8E050F-707C-496C-A171-52A219882A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0AC9C4F-F014-4997-8F27-04E15433CA6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DD8BB51-4F83-41C1-A49A-C24DE0F110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19ACD65-01E0-4A3A-AF2D-DEE99C82C3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641dfd931a457e"/>
    <p:sldLayoutId xmlns:r="http://schemas.openxmlformats.org/officeDocument/2006/relationships" id="2147483650" r:id="Rd64b7e4091944727"/>
    <p:sldLayoutId xmlns:r="http://schemas.openxmlformats.org/officeDocument/2006/relationships" id="2147483651" r:id="R30161ea747844a23"/>
    <p:sldLayoutId xmlns:r="http://schemas.openxmlformats.org/officeDocument/2006/relationships" id="2147483652" r:id="Re4e1ad720e2f4134"/>
    <p:sldLayoutId xmlns:r="http://schemas.openxmlformats.org/officeDocument/2006/relationships" id="2147483653" r:id="R32c350c5df8f4350"/>
    <p:sldLayoutId xmlns:r="http://schemas.openxmlformats.org/officeDocument/2006/relationships" id="2147483654" r:id="R4c312fe69714484f"/>
    <p:sldLayoutId xmlns:r="http://schemas.openxmlformats.org/officeDocument/2006/relationships" id="2147483655" r:id="Rf36e2f4aca9f435f"/>
    <p:sldLayoutId xmlns:r="http://schemas.openxmlformats.org/officeDocument/2006/relationships" id="2147483656" r:id="R1acd7cce4ff24602"/>
    <p:sldLayoutId xmlns:r="http://schemas.openxmlformats.org/officeDocument/2006/relationships" id="2147483657" r:id="R971a441cde894efb"/>
    <p:sldLayoutId xmlns:r="http://schemas.openxmlformats.org/officeDocument/2006/relationships" id="2147483658" r:id="R25667c1be2f84b27"/>
    <p:sldLayoutId xmlns:r="http://schemas.openxmlformats.org/officeDocument/2006/relationships" id="2147483659" r:id="R694c4ac92f0a4d4a"/>
    <p:sldLayoutId xmlns:r="http://schemas.openxmlformats.org/officeDocument/2006/relationships" id="2147483660" r:id="Re1ce24739d984563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e74ddc2dc4ecf" /><Relationship Type="http://schemas.openxmlformats.org/officeDocument/2006/relationships/image" Target="/ppt/media/image3.png" Id="R85c6e2d685d045d8" /><Relationship Type="http://schemas.openxmlformats.org/officeDocument/2006/relationships/image" Target="/ppt/media/image4.png" Id="Rf3ee085c7f8a49cb" /><Relationship Type="http://schemas.openxmlformats.org/officeDocument/2006/relationships/image" Target="/ppt/media/image5.png" Id="R094dca17433f4c5b" /><Relationship Type="http://schemas.openxmlformats.org/officeDocument/2006/relationships/notesSlide" Target="/ppt/notesSlides/notesSlide1.xml" Id="Rbe9681ee444b41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67941A-EC38-4D1B-B38F-9EA65BB6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8382000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A8FF"/>
                </a:solidFill>
              </a:defRPr>
            </a:pPr>
            <a:r>
              <a:rPr sz="2550" b="1">
                <a:solidFill>
                  <a:srgbClr val="00A8FF"/>
                </a:solidFill>
                <a:latin typeface="Arial"/>
                <a:ea typeface="Arial"/>
                <a:cs typeface="Arial"/>
              </a:rPr>
              <a:t>自动化测试场景拓展-提效工具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80E57B1-35C1-4784-9FA7-9E471E7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914400"/>
            <a:ext cx="495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A0B6D8"/>
                </a:solidFill>
                <a:latin typeface="思源黑体 CN Bold"/>
                <a:ea typeface="思源黑体 CN Bold"/>
                <a:cs typeface="思源黑体 CN Bold"/>
              </a:defRPr>
            </a:lvl1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FOTA循环升级工具：AB版本自动升级压力测试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1E869F77-0558-4A29-886D-94079F61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b="1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/>
                <a:ea typeface="思源黑体 CN Medium"/>
                <a:cs typeface="思源黑体 CN Medium"/>
              </a:defRPr>
            </a:lvl1pPr>
          </a:lstStyle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MQTT监听工具：协议解密、Topic过滤、GPS数据沉淀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E4B9C144-2EFB-4DAB-B670-30AE836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953000" cy="1325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b="1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/>
                <a:ea typeface="思源黑体 CN Medium"/>
                <a:cs typeface="思源黑体 CN Medium"/>
              </a:defRPr>
            </a:lvl1pPr>
          </a:lstStyle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GO Tracker参数工具：下发、默认值查询、比对与结果导出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0A27EB77-06F1-4EBC-8292-0ADC10BF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295275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b="1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/>
                <a:ea typeface="思源黑体 CN Medium"/>
                <a:cs typeface="思源黑体 CN Medium"/>
              </a:defRPr>
            </a:lvl1pPr>
          </a:lstStyle>
          <a:p xmlns:a="http://schemas.openxmlformats.org/drawingml/2006/main">
            <a:pPr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主要功能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F2CE934E-9DFD-4876-9E85-023306BF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4572000" cy="29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b="1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/>
                <a:ea typeface="思源黑体 CN Medium"/>
                <a:cs typeface="思源黑体 CN Medium"/>
              </a:defRPr>
            </a:lvl1pPr>
          </a:lstStyle>
          <a:p xmlns:a="http://schemas.openxmlformats.org/drawingml/2006/main">
            <a:pPr>
              <a:defRPr sz="1200" b="1">
                <a:solidFill>
                  <a:srgbClr val="252525"/>
                </a:solidFill>
              </a:defRPr>
            </a:pPr>
            <a:r>
              <a:rPr sz="12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✓ FOTA AB版本自动升级压力测试</a:t>
            </a:r>
          </a:p>
          <a:p xmlns:a="http://schemas.openxmlformats.org/drawingml/2006/main">
            <a:pPr>
              <a:defRPr sz="1200" b="1">
                <a:solidFill>
                  <a:srgbClr val="252525"/>
                </a:solidFill>
              </a:defRPr>
            </a:pPr>
            <a:r>
              <a:rPr sz="12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✓ GO Tracker参数下发 / 默认值自动化</a:t>
            </a:r>
          </a:p>
          <a:p xmlns:a="http://schemas.openxmlformats.org/drawingml/2006/main">
            <a:pPr>
              <a:defRPr sz="1200" b="1">
                <a:solidFill>
                  <a:srgbClr val="252525"/>
                </a:solidFill>
              </a:defRPr>
            </a:pPr>
            <a:r>
              <a:rPr sz="12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✓ 4.0协议服务器数据批量解析工具</a:t>
            </a:r>
          </a:p>
          <a:p xmlns:a="http://schemas.openxmlformats.org/drawingml/2006/main">
            <a:pPr>
              <a:defRPr sz="1200" b="1">
                <a:solidFill>
                  <a:srgbClr val="252525"/>
                </a:solidFill>
              </a:defRPr>
            </a:pPr>
            <a:r>
              <a:rPr sz="12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  协议完善及功能新增</a:t>
            </a:r>
          </a:p>
          <a:p xmlns:a="http://schemas.openxmlformats.org/drawingml/2006/main">
            <a:pPr>
              <a:defRPr sz="1200" b="1">
                <a:solidFill>
                  <a:srgbClr val="252525"/>
                </a:solidFill>
              </a:defRPr>
            </a:pPr>
            <a:r>
              <a:rPr sz="12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✓ 中保动力MQTT协议加密解析监听</a:t>
            </a:r>
          </a:p>
          <a:p xmlns:a="http://schemas.openxmlformats.org/drawingml/2006/main">
            <a:pPr>
              <a:defRPr sz="1200" b="1">
                <a:solidFill>
                  <a:srgbClr val="252525"/>
                </a:solidFill>
              </a:defRPr>
            </a:pPr>
            <a:r>
              <a:rPr sz="12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✓ 中保动力MQTT Topic监听及过滤</a:t>
            </a:r>
          </a:p>
          <a:p xmlns:a="http://schemas.openxmlformats.org/drawingml/2006/main">
            <a:pPr>
              <a:defRPr sz="1200" b="1">
                <a:solidFill>
                  <a:srgbClr val="252525"/>
                </a:solidFill>
              </a:defRPr>
            </a:pPr>
            <a:r>
              <a:rPr sz="12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✓ 中保动力GPS Topic KML生成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6e2d685d045d8"/>
          <a:stretch xmlns:a="http://schemas.openxmlformats.org/drawingml/2006/main"/>
        </p:blipFill>
        <p:spPr>
          <a:xfrm xmlns:a="http://schemas.openxmlformats.org/drawingml/2006/main">
            <a:off x="7042271" y="1181100"/>
            <a:ext cx="2869959" cy="211455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e085c7f8a49cb"/>
          <a:stretch xmlns:a="http://schemas.openxmlformats.org/drawingml/2006/main"/>
        </p:blipFill>
        <p:spPr>
          <a:xfrm xmlns:a="http://schemas.openxmlformats.org/drawingml/2006/main">
            <a:off x="1497096" y="3905250"/>
            <a:ext cx="3559008" cy="21526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dca17433f4c5b"/>
          <a:stretch xmlns:a="http://schemas.openxmlformats.org/drawingml/2006/main"/>
        </p:blipFill>
        <p:spPr>
          <a:xfrm xmlns:a="http://schemas.openxmlformats.org/drawingml/2006/main">
            <a:off x="6898937" y="3810000"/>
            <a:ext cx="3518576" cy="2247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342709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2026-07-06T07:24:06.2750000Z</dcterms:created>
  <dcterms:modified xsi:type="dcterms:W3CDTF">2026-07-06T07:24:06.2760000Z</dcterms:modified>
</coreProperties>
</file>